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Traffic Flow Simulation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Software Construction and Development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Simulates real-time vehicle movement and traffic behavior</a:t>
            </a:r>
          </a:p>
          <a:p>
            <a:pPr>
              <a:defRPr sz="2000"/>
            </a:pPr>
            <a:r>
              <a:t>Controls intersections using traffic lights</a:t>
            </a:r>
          </a:p>
          <a:p>
            <a:pPr>
              <a:defRPr sz="2000"/>
            </a:pPr>
            <a:r>
              <a:t>Detects congestion and generates analytics</a:t>
            </a:r>
          </a:p>
          <a:p>
            <a:pPr>
              <a:defRPr sz="2000"/>
            </a:pPr>
            <a:r>
              <a:t>Applies software engineering principles practically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Simulate traffic flow in urban environments</a:t>
            </a:r>
          </a:p>
          <a:p>
            <a:pPr>
              <a:defRPr sz="2000"/>
            </a:pPr>
            <a:r>
              <a:t>Monitor congestion and waiting time</a:t>
            </a:r>
          </a:p>
          <a:p>
            <a:pPr>
              <a:defRPr sz="2000"/>
            </a:pPr>
            <a:r>
              <a:t>Implement modular software architecture</a:t>
            </a:r>
          </a:p>
          <a:p>
            <a:pPr>
              <a:defRPr sz="2000"/>
            </a:pPr>
            <a:r>
              <a:t>Demonstrate testing, deployment and refactoring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Vehicle Management Module</a:t>
            </a:r>
          </a:p>
          <a:p>
            <a:pPr>
              <a:defRPr sz="2000"/>
            </a:pPr>
            <a:r>
              <a:t>Traffic Light Control Module</a:t>
            </a:r>
          </a:p>
          <a:p>
            <a:pPr>
              <a:defRPr sz="2000"/>
            </a:pPr>
            <a:r>
              <a:t>Road and Intersection Module</a:t>
            </a:r>
          </a:p>
          <a:p>
            <a:pPr>
              <a:defRPr sz="2000"/>
            </a:pPr>
            <a:r>
              <a:t>Simulation Engine</a:t>
            </a:r>
          </a:p>
          <a:p>
            <a:pPr>
              <a:defRPr sz="2000"/>
            </a:pPr>
            <a:r>
              <a:t>Analytics and Reporting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Agile 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Project developed using Agile methodology</a:t>
            </a:r>
          </a:p>
          <a:p>
            <a:pPr>
              <a:defRPr sz="2000"/>
            </a:pPr>
            <a:r>
              <a:t>Work divided into multiple sprints</a:t>
            </a:r>
          </a:p>
          <a:p>
            <a:pPr>
              <a:defRPr sz="2000"/>
            </a:pPr>
            <a:r>
              <a:t>Continuous improvement during development</a:t>
            </a:r>
          </a:p>
          <a:p>
            <a:pPr>
              <a:defRPr sz="2000"/>
            </a:pPr>
            <a:r>
              <a:t>Easy integration of new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Software Process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Separated monolithic logic into modules</a:t>
            </a:r>
          </a:p>
          <a:p>
            <a:pPr>
              <a:defRPr sz="2000"/>
            </a:pPr>
            <a:r>
              <a:t>Improved congestion calculation efficiency</a:t>
            </a:r>
          </a:p>
          <a:p>
            <a:pPr>
              <a:defRPr sz="2000"/>
            </a:pPr>
            <a:r>
              <a:t>Optimized simulation update loop</a:t>
            </a:r>
          </a:p>
          <a:p>
            <a:pPr>
              <a:defRPr sz="2000"/>
            </a:pPr>
            <a:r>
              <a:t>Enhanced maintainability and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Git and GitHub used for source code management</a:t>
            </a:r>
          </a:p>
          <a:p>
            <a:pPr>
              <a:defRPr sz="2000"/>
            </a:pPr>
            <a:r>
              <a:t>Feature branches maintained separately</a:t>
            </a:r>
          </a:p>
          <a:p>
            <a:pPr>
              <a:defRPr sz="2000"/>
            </a:pPr>
            <a:r>
              <a:t>Regular commits tracked development progress</a:t>
            </a:r>
          </a:p>
          <a:p>
            <a:pPr>
              <a:defRPr sz="2000"/>
            </a:pPr>
            <a:r>
              <a:t>Enabled safer development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Lehman’s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System complexity increased with new features</a:t>
            </a:r>
          </a:p>
          <a:p>
            <a:pPr>
              <a:defRPr sz="2000"/>
            </a:pPr>
            <a:r>
              <a:t>Added analytics, congestion detection and UI</a:t>
            </a:r>
          </a:p>
          <a:p>
            <a:pPr>
              <a:defRPr sz="2000"/>
            </a:pPr>
            <a:r>
              <a:t>Continuous maintenance became necessary</a:t>
            </a:r>
          </a:p>
          <a:p>
            <a:pPr>
              <a:defRPr sz="2000"/>
            </a:pPr>
            <a:r>
              <a:t>Project demonstrates software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Frontend developed using HTML/CSS/JavaScript</a:t>
            </a:r>
          </a:p>
          <a:p>
            <a:pPr>
              <a:defRPr sz="2000"/>
            </a:pPr>
            <a:r>
              <a:t>Backend built using Flask/FastAPI</a:t>
            </a:r>
          </a:p>
          <a:p>
            <a:pPr>
              <a:defRPr sz="2000"/>
            </a:pPr>
            <a:r>
              <a:t>MySQL used for data storage</a:t>
            </a:r>
          </a:p>
          <a:p>
            <a:pPr>
              <a:defRPr sz="2000"/>
            </a:pPr>
            <a:r>
              <a:t>Frontend communicates using REST APIs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Unit testing performed using Pytest</a:t>
            </a:r>
          </a:p>
          <a:p>
            <a:pPr>
              <a:defRPr sz="2000"/>
            </a:pPr>
            <a:r>
              <a:t>Vehicle movement logic tested</a:t>
            </a:r>
          </a:p>
          <a:p>
            <a:pPr>
              <a:defRPr sz="2000"/>
            </a:pPr>
            <a:r>
              <a:t>Traffic light state transitions validated</a:t>
            </a:r>
          </a:p>
          <a:p>
            <a:pPr>
              <a:defRPr sz="2000"/>
            </a:pPr>
            <a:r>
              <a:t>Automated testing used for APIs and simulation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Refactoring &amp;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Removed duplicate and legacy code</a:t>
            </a:r>
          </a:p>
          <a:p>
            <a:pPr>
              <a:defRPr sz="2000"/>
            </a:pPr>
            <a:r>
              <a:t>Improved modular architecture</a:t>
            </a:r>
          </a:p>
          <a:p>
            <a:pPr>
              <a:defRPr sz="2000"/>
            </a:pPr>
            <a:r>
              <a:t>Handled invalid routes and system failures</a:t>
            </a:r>
          </a:p>
          <a:p>
            <a:pPr>
              <a:defRPr sz="2000"/>
            </a:pPr>
            <a:r>
              <a:t>Improved reliability and debugging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Learned Agile development practices</a:t>
            </a:r>
          </a:p>
          <a:p>
            <a:pPr>
              <a:defRPr sz="2000"/>
            </a:pPr>
            <a:r>
              <a:t>Improved understanding of software architecture</a:t>
            </a:r>
          </a:p>
          <a:p>
            <a:pPr>
              <a:defRPr sz="2000"/>
            </a:pPr>
            <a:r>
              <a:t>Gained experience in testing and deployment</a:t>
            </a:r>
          </a:p>
          <a:p>
            <a:pPr>
              <a:defRPr sz="2000"/>
            </a:pPr>
            <a:r>
              <a:t>Enhanced debugging and problem-solving skills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1970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Successfully developed Traffic Flow Simulation System</a:t>
            </a:r>
          </a:p>
          <a:p>
            <a:pPr>
              <a:defRPr sz="2000"/>
            </a:pPr>
            <a:r>
              <a:t>Implemented software engineering concepts</a:t>
            </a:r>
          </a:p>
          <a:p>
            <a:pPr>
              <a:defRPr sz="2000"/>
            </a:pPr>
            <a:r>
              <a:t>Created scalable and modular architecture</a:t>
            </a:r>
          </a:p>
          <a:p>
            <a:pPr>
              <a:defRPr sz="2000"/>
            </a:pPr>
            <a:r>
              <a:t>Achieved project objectives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